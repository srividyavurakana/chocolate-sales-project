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Chocolate 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Analytics 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Charts &amp; Insights</a:t>
            </a:r>
          </a:p>
        </p:txBody>
      </p:sp>
      <p:pic>
        <p:nvPicPr>
          <p:cNvPr id="3" name="Picture 2" descr="Screenshot 2026-05-29 1726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417638"/>
            <a:ext cx="2743199" cy="2523538"/>
          </a:xfrm>
          <a:prstGeom prst="rect">
            <a:avLst/>
          </a:prstGeom>
        </p:spPr>
      </p:pic>
      <p:pic>
        <p:nvPicPr>
          <p:cNvPr id="4" name="Picture 3" descr="Screenshot 2026-05-29 1803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577" y="1417639"/>
            <a:ext cx="3708894" cy="2407110"/>
          </a:xfrm>
          <a:prstGeom prst="rect">
            <a:avLst/>
          </a:prstGeom>
        </p:spPr>
      </p:pic>
      <p:pic>
        <p:nvPicPr>
          <p:cNvPr id="5" name="Picture 4" descr="Screenshot 2026-05-29 1802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645" y="4247535"/>
            <a:ext cx="4542503" cy="20781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4873B3-CE11-E45D-F039-D4B7D6E29BD9}"/>
              </a:ext>
            </a:extLst>
          </p:cNvPr>
          <p:cNvSpPr txBox="1"/>
          <p:nvPr/>
        </p:nvSpPr>
        <p:spPr>
          <a:xfrm>
            <a:off x="928219" y="3941176"/>
            <a:ext cx="1470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BAR GRAPH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894A78-DF4B-07E3-1877-979F7B6BD1E7}"/>
              </a:ext>
            </a:extLst>
          </p:cNvPr>
          <p:cNvSpPr txBox="1"/>
          <p:nvPr/>
        </p:nvSpPr>
        <p:spPr>
          <a:xfrm>
            <a:off x="4758813" y="3725024"/>
            <a:ext cx="183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PIE CHART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3DD4C8-9441-12A3-D289-29FF98EEBD66}"/>
              </a:ext>
            </a:extLst>
          </p:cNvPr>
          <p:cNvSpPr txBox="1"/>
          <p:nvPr/>
        </p:nvSpPr>
        <p:spPr>
          <a:xfrm>
            <a:off x="3264310" y="6292200"/>
            <a:ext cx="1402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HISTOGRAM 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DE3DE6-BF70-F0B2-3086-3A619A3BA1D6}"/>
              </a:ext>
            </a:extLst>
          </p:cNvPr>
          <p:cNvSpPr txBox="1"/>
          <p:nvPr/>
        </p:nvSpPr>
        <p:spPr>
          <a:xfrm>
            <a:off x="471949" y="993059"/>
            <a:ext cx="83377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Business Insights:</a:t>
            </a:r>
          </a:p>
          <a:p>
            <a:br>
              <a:rPr lang="en-IN" dirty="0"/>
            </a:br>
            <a:r>
              <a:rPr lang="en-IN" dirty="0"/>
              <a:t>• Top-selling products generated the highest revenue.</a:t>
            </a:r>
            <a:br>
              <a:rPr lang="en-IN" dirty="0"/>
            </a:br>
            <a:r>
              <a:rPr lang="en-IN" dirty="0"/>
              <a:t>• Product sales varied across categories.</a:t>
            </a:r>
            <a:br>
              <a:rPr lang="en-IN" dirty="0"/>
            </a:br>
            <a:r>
              <a:rPr lang="en-IN" dirty="0"/>
              <a:t>• Data analysis revealed business trends.</a:t>
            </a:r>
            <a:br>
              <a:rPr lang="en-IN" dirty="0"/>
            </a:br>
            <a:r>
              <a:rPr lang="en-IN" dirty="0"/>
              <a:t>• High-performing products can be prioritized for future sales growth.</a:t>
            </a:r>
            <a:br>
              <a:rPr lang="en-IN" dirty="0"/>
            </a:br>
            <a:r>
              <a:rPr lang="en-IN" dirty="0"/>
              <a:t>• Sales distribution analysis helped identify differences in transaction values.</a:t>
            </a:r>
            <a:br>
              <a:rPr lang="en-IN" dirty="0"/>
            </a:br>
            <a:r>
              <a:rPr lang="en-IN" dirty="0"/>
              <a:t>• Data-driven insights can support better business decision-making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2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 Used: Python, Pandas, Matplotlib, SQL, GitHub, VS Code</a:t>
            </a:r>
          </a:p>
          <a:p>
            <a:endParaRPr/>
          </a:p>
          <a:p>
            <a:r>
              <a:t>The project cleaned, analyzed and visualized chocolate sales data to derive business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110</Words>
  <Application>Microsoft Office PowerPoint</Application>
  <PresentationFormat>On-screen Show (4:3)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Chocolate Sales Dashboard</vt:lpstr>
      <vt:lpstr>Charts &amp; Insights</vt:lpstr>
      <vt:lpstr>PowerPoint Presentation</vt:lpstr>
      <vt:lpstr>Tools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SriVidya</dc:creator>
  <cp:keywords/>
  <dc:description>generated using python-pptx</dc:description>
  <cp:lastModifiedBy>sree vidhya</cp:lastModifiedBy>
  <cp:revision>2</cp:revision>
  <dcterms:created xsi:type="dcterms:W3CDTF">2013-01-27T09:14:16Z</dcterms:created>
  <dcterms:modified xsi:type="dcterms:W3CDTF">2026-06-21T12:58:25Z</dcterms:modified>
  <cp:category/>
</cp:coreProperties>
</file>